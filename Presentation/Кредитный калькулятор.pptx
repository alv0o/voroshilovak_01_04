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DF847-AB5E-4612-A474-CC4E5C35DE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Кредитный калькулятор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1C2616-5758-4B1A-9A13-B9665764A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226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B91CF-4622-40B9-8F23-8413FE8F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5FACDC0-3354-43D1-B45F-F32768D6A0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2155" y="515155"/>
            <a:ext cx="3066245" cy="306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0BF6F7E-CA6E-45B9-AD15-4C2092697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26545" y="1028429"/>
            <a:ext cx="2691621" cy="582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53D4F9-C2B4-4C48-8028-813047930E09}"/>
              </a:ext>
            </a:extLst>
          </p:cNvPr>
          <p:cNvSpPr txBox="1"/>
          <p:nvPr/>
        </p:nvSpPr>
        <p:spPr>
          <a:xfrm>
            <a:off x="5151550" y="1439522"/>
            <a:ext cx="4301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первом экране происходит регистрация, она сделана через 2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ru-RU" dirty="0"/>
              <a:t>и 1 </a:t>
            </a:r>
            <a:r>
              <a:rPr lang="en-US" dirty="0"/>
              <a:t>Button</a:t>
            </a:r>
            <a:r>
              <a:rPr lang="ru-RU" dirty="0"/>
              <a:t>, которая переходит на следующую страницу</a:t>
            </a:r>
            <a:r>
              <a:rPr lang="en-US" dirty="0"/>
              <a:t>, </a:t>
            </a:r>
            <a:r>
              <a:rPr lang="ru-RU" dirty="0"/>
              <a:t>при пустых полях появляется </a:t>
            </a:r>
            <a:r>
              <a:rPr lang="en-US" dirty="0" err="1"/>
              <a:t>TextView</a:t>
            </a:r>
            <a:r>
              <a:rPr lang="en-US" dirty="0"/>
              <a:t> </a:t>
            </a:r>
            <a:r>
              <a:rPr lang="ru-RU" dirty="0"/>
              <a:t>с предупреждением</a:t>
            </a:r>
          </a:p>
        </p:txBody>
      </p:sp>
    </p:spTree>
    <p:extLst>
      <p:ext uri="{BB962C8B-B14F-4D97-AF65-F5344CB8AC3E}">
        <p14:creationId xmlns:p14="http://schemas.microsoft.com/office/powerpoint/2010/main" val="390378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A329B-1AF5-4BC2-9AD1-50998A66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B2B185-7FEA-4553-9997-AD44744D8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255" y="1408676"/>
            <a:ext cx="2429436" cy="5261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31C0FF-26E1-4F3C-A301-0A8F6A6093CB}"/>
              </a:ext>
            </a:extLst>
          </p:cNvPr>
          <p:cNvSpPr txBox="1"/>
          <p:nvPr/>
        </p:nvSpPr>
        <p:spPr>
          <a:xfrm>
            <a:off x="5085485" y="1346670"/>
            <a:ext cx="4301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втором экране происходит расчет с помощью </a:t>
            </a:r>
            <a:r>
              <a:rPr lang="en-US" dirty="0" err="1"/>
              <a:t>SeekBar</a:t>
            </a:r>
            <a:r>
              <a:rPr lang="en-US" dirty="0"/>
              <a:t>,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Button, </a:t>
            </a:r>
            <a:r>
              <a:rPr lang="ru-RU" dirty="0"/>
              <a:t>результат появляется в </a:t>
            </a:r>
            <a:r>
              <a:rPr lang="en-US" dirty="0" err="1"/>
              <a:t>TextView</a:t>
            </a:r>
            <a:r>
              <a:rPr lang="ru-RU" dirty="0"/>
              <a:t>, и переходит на следующую страницу</a:t>
            </a:r>
          </a:p>
        </p:txBody>
      </p:sp>
    </p:spTree>
    <p:extLst>
      <p:ext uri="{BB962C8B-B14F-4D97-AF65-F5344CB8AC3E}">
        <p14:creationId xmlns:p14="http://schemas.microsoft.com/office/powerpoint/2010/main" val="2083443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292AF-A32F-498D-8EB6-BE07EA25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DB197DC-FEA6-4285-80BA-F5BE18803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433" y="1353063"/>
            <a:ext cx="2428499" cy="52650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C29831-BF9F-43E9-88D0-E196E622BC63}"/>
              </a:ext>
            </a:extLst>
          </p:cNvPr>
          <p:cNvSpPr txBox="1"/>
          <p:nvPr/>
        </p:nvSpPr>
        <p:spPr>
          <a:xfrm>
            <a:off x="5203064" y="1481070"/>
            <a:ext cx="45204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третьем экране выводятся результаты расчетов, с прошлого экрана, они сохраняются через </a:t>
            </a:r>
            <a:r>
              <a:rPr lang="en-US" dirty="0" err="1"/>
              <a:t>SharedPreferences</a:t>
            </a:r>
            <a:r>
              <a:rPr lang="en-US" dirty="0"/>
              <a:t> </a:t>
            </a:r>
            <a:r>
              <a:rPr lang="ru-RU" dirty="0"/>
              <a:t>и считываются на этой странице</a:t>
            </a:r>
          </a:p>
        </p:txBody>
      </p:sp>
    </p:spTree>
    <p:extLst>
      <p:ext uri="{BB962C8B-B14F-4D97-AF65-F5344CB8AC3E}">
        <p14:creationId xmlns:p14="http://schemas.microsoft.com/office/powerpoint/2010/main" val="126990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80B45-E320-4643-9B1F-6A2F32F1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525DB7-E83B-4AC5-AA73-CC097F940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902969-B954-42FD-96C6-99B209F1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349" y="1022438"/>
            <a:ext cx="2664907" cy="583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2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E76F6-FFD4-45C3-A80E-AF1969A3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629B31-5B69-4A98-A151-7DA95DE8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8B5C53-A978-4EAE-96A4-AD3BF264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36" y="2052116"/>
            <a:ext cx="9732135" cy="223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8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4B35F-02BE-4A66-A6BB-C9D4BC5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ADCC18-1086-4C25-BA4D-0C4D7B2B8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Использовалась платформа </a:t>
            </a:r>
            <a:r>
              <a:rPr lang="en-US" dirty="0"/>
              <a:t>Android Studio, </a:t>
            </a:r>
            <a:r>
              <a:rPr lang="ru-RU" dirty="0"/>
              <a:t>язык </a:t>
            </a:r>
            <a:r>
              <a:rPr lang="en-US" dirty="0"/>
              <a:t>Kotlin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2707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55FAB-EFC0-4A6C-B800-1371D60B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799366-9B7D-4E6A-ABB0-245EEEC2F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8307" y="2965299"/>
            <a:ext cx="5906324" cy="2172003"/>
          </a:xfrm>
        </p:spPr>
      </p:pic>
    </p:spTree>
    <p:extLst>
      <p:ext uri="{BB962C8B-B14F-4D97-AF65-F5344CB8AC3E}">
        <p14:creationId xmlns:p14="http://schemas.microsoft.com/office/powerpoint/2010/main" val="2054356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{B9DD8D3B-1857-49E7-894C-DDFC92999B8A}TF37254b02-f5b5-44b0-803d-e6af9466a02430b15390-63aae61ef10a</Template>
  <TotalTime>11</TotalTime>
  <Words>94</Words>
  <Application>Microsoft Office PowerPoint</Application>
  <PresentationFormat>Широкоэкранный</PresentationFormat>
  <Paragraphs>12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Мэдисон</vt:lpstr>
      <vt:lpstr>Кредитный калькулятор</vt:lpstr>
      <vt:lpstr>Реализация калькулятора</vt:lpstr>
      <vt:lpstr>Реализация калькулятора</vt:lpstr>
      <vt:lpstr>Реализация калькулятора</vt:lpstr>
      <vt:lpstr>Схема классов</vt:lpstr>
      <vt:lpstr>Производительность приложения</vt:lpstr>
      <vt:lpstr>Архитектурные решения</vt:lpstr>
      <vt:lpstr>Используемые библиотеки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Кредитный калькулятор</dc:title>
  <dc:creator>st305a05</dc:creator>
  <cp:lastModifiedBy>st305a05</cp:lastModifiedBy>
  <cp:revision>2</cp:revision>
  <dcterms:created xsi:type="dcterms:W3CDTF">2025-12-01T06:59:11Z</dcterms:created>
  <dcterms:modified xsi:type="dcterms:W3CDTF">2025-12-01T07:10:54Z</dcterms:modified>
</cp:coreProperties>
</file>